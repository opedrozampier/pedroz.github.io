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  <p:embeddedFont>
      <p:font typeface="Outfit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utfit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utfit-bold.fntdata"/><Relationship Id="rId6" Type="http://schemas.openxmlformats.org/officeDocument/2006/relationships/slide" Target="slides/slide1.xml"/><Relationship Id="rId18" Type="http://schemas.openxmlformats.org/officeDocument/2006/relationships/font" Target="fonts/Outf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30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11" Type="http://schemas.openxmlformats.org/officeDocument/2006/relationships/image" Target="../media/image21.png"/><Relationship Id="rId10" Type="http://schemas.openxmlformats.org/officeDocument/2006/relationships/image" Target="../media/image14.png"/><Relationship Id="rId12" Type="http://schemas.openxmlformats.org/officeDocument/2006/relationships/image" Target="../media/image35.png"/><Relationship Id="rId9" Type="http://schemas.openxmlformats.org/officeDocument/2006/relationships/image" Target="../media/image24.png"/><Relationship Id="rId5" Type="http://schemas.openxmlformats.org/officeDocument/2006/relationships/hyperlink" Target="https://github.com/OPedroZampier/entrega-1-intro-Ciencia_de_dados" TargetMode="External"/><Relationship Id="rId6" Type="http://schemas.openxmlformats.org/officeDocument/2006/relationships/hyperlink" Target="https://github.com/OPedroZampier/entrega-1-intro-Ciencia_de_dados" TargetMode="External"/><Relationship Id="rId7" Type="http://schemas.openxmlformats.org/officeDocument/2006/relationships/image" Target="../media/image33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11" Type="http://schemas.openxmlformats.org/officeDocument/2006/relationships/image" Target="../media/image34.png"/><Relationship Id="rId10" Type="http://schemas.openxmlformats.org/officeDocument/2006/relationships/image" Target="../media/image31.png"/><Relationship Id="rId12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hyperlink" Target="mailto:pedroperry0@gmail.com" TargetMode="External"/><Relationship Id="rId6" Type="http://schemas.openxmlformats.org/officeDocument/2006/relationships/hyperlink" Target="https://api.whatsapp.com/send?phone=5561995000019" TargetMode="External"/><Relationship Id="rId7" Type="http://schemas.openxmlformats.org/officeDocument/2006/relationships/hyperlink" Target="http://pedro-lima-zampier-de-andrade-a8a6513b4?trk=contact-info" TargetMode="External"/><Relationship Id="rId8" Type="http://schemas.openxmlformats.org/officeDocument/2006/relationships/hyperlink" Target="https://github.com/OPedroZamp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4897635"/>
            <a:ext cx="10477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95312" y="1426964"/>
            <a:ext cx="11001375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Do Dado Bruto à Decisão Estratégica.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72755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Como a Ciência de Dados e a Comunicação transformam informações complexas em insights reais.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800" y="-12"/>
            <a:ext cx="24384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0626"/>
            <a:ext cx="52292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52525" y="1562100"/>
            <a:ext cx="4657725" cy="1540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Estudante de Ciência de Dados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Formação em andamento no UniCEUB, focado na aplicação tecnológica no mundo real.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52525" y="3436292"/>
            <a:ext cx="4657725" cy="1540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Oratória e Comunicação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Destaque absoluto no Colégio do Sol. Capacidade de explicar e apresentar com total clareza.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52525" y="5310485"/>
            <a:ext cx="4657725" cy="1540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Visão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"Não basta encontrar o insight matemático escondido nos dados, é preciso saber contá-lo e convencer."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1275" y="1928434"/>
            <a:ext cx="5210175" cy="4556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595437"/>
            <a:ext cx="428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469630"/>
            <a:ext cx="2571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343822"/>
            <a:ext cx="2571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581025"/>
            <a:ext cx="11581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 perfil que conecta mundos</a:t>
            </a:r>
            <a:endParaRPr/>
          </a:p>
        </p:txBody>
      </p:sp>
      <p:pic>
        <p:nvPicPr>
          <p:cNvPr id="103" name="Google Shape;103;p14" title="Captura de tela 2026-04-10 07542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1750" y="1899163"/>
            <a:ext cx="5229224" cy="46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99382"/>
            <a:ext cx="2543175" cy="34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199382"/>
            <a:ext cx="2543175" cy="34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99382"/>
            <a:ext cx="2543175" cy="34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199382"/>
            <a:ext cx="2543175" cy="34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76300" y="3437632"/>
            <a:ext cx="188023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Python Analytics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877567"/>
            <a:ext cx="19526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Limpeza ágil, estruturação robusta e manipulação avançada de bases complexas.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705225" y="3437632"/>
            <a:ext cx="135016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Matemática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705225" y="3877567"/>
            <a:ext cx="195262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Compreensão profunda que sustenta a construção lógica e a eficiência dos algoritmos.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34150" y="3437632"/>
            <a:ext cx="119014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Estatística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34150" y="3877567"/>
            <a:ext cx="19526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Metodologias aplicadas para validar hipóteses com precisão e rigor científico.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363075" y="3437632"/>
            <a:ext cx="170021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Lógica de Prog.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363075" y="3877567"/>
            <a:ext cx="19526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Raciocínio estruturado e foco analítico na resolução definitiva de problemas.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63753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5225" y="263753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63753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3075" y="263753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Caixa de Ferramentas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2314"/>
            <a:ext cx="3422600" cy="3194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22314"/>
            <a:ext cx="3422600" cy="3194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322314"/>
            <a:ext cx="3422749" cy="319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76300" y="3589139"/>
            <a:ext cx="1300162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Storytelling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76300" y="4029075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Habilidade de traduzir o jargão técnico (o "tecniquês") para a linguagem objetiva e fluida voltada para os negócios.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79900" y="3589139"/>
            <a:ext cx="143017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Proatividade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79900" y="4029075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Curva de aprendizado rápida. Execução e entrega de projetos de dados reais desde o primeiro semestre do curso.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83500" y="3589139"/>
            <a:ext cx="215026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Inglês C2 Proficient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83500" y="4029075"/>
            <a:ext cx="28321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 SET 85/100. Consumo natural de documentação nativa e comunicação fluente em contextos corporativos globais.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8903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9900" y="278903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3500" y="27890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Muito além dos códigos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581025"/>
            <a:ext cx="519064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 Desafio Público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1499592"/>
            <a:ext cx="51906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Dados Públicos são complexos.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2652117"/>
            <a:ext cx="494347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transparência pública gera gigabytes de dados diariamente. Porém, dados soltos e desestruturados, sem o devido tratamento, não geram valor.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4400550"/>
            <a:ext cx="494347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verdadeiro desafio do Cientista de Dados é limpar o ruído para encontrar a verdade, transformando o caos de informações públicas em direcionamentos estratégicos.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96801"/>
            <a:ext cx="52292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hlinkClick r:id="rId5"/>
          </p:cNvPr>
          <p:cNvSpPr/>
          <p:nvPr/>
        </p:nvSpPr>
        <p:spPr>
          <a:xfrm>
            <a:off x="581025" y="6032152"/>
            <a:ext cx="3228975" cy="571500"/>
          </a:xfrm>
          <a:prstGeom prst="roundRect">
            <a:avLst>
              <a:gd fmla="val 16666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>
            <a:hlinkClick r:id="rId6"/>
          </p:cNvPr>
          <p:cNvSpPr txBox="1"/>
          <p:nvPr/>
        </p:nvSpPr>
        <p:spPr>
          <a:xfrm>
            <a:off x="1257300" y="6184552"/>
            <a:ext cx="224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Ver Repositório no GitHub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152525" y="1562100"/>
            <a:ext cx="4657725" cy="1114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 que foi feito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Captura, limpeza rigorosa e estruturação de dados reais do governo federal brasileiro.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52525" y="2914352"/>
            <a:ext cx="4657725" cy="1479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 Objetivo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Entender o fluxo de emendas parlamentares e transformar uma base caótica em painéis de informações legíveis.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152525" y="4632275"/>
            <a:ext cx="4657725" cy="1114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Projeto prático e funcional desenvolvido durante o 1º semestre do curso.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6184552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1806326"/>
            <a:ext cx="521017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1595437"/>
            <a:ext cx="3048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2947689"/>
            <a:ext cx="3429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4665612"/>
            <a:ext cx="3429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Análise: Emendas Públicas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76950" y="1510900"/>
            <a:ext cx="6085524" cy="53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7900"/>
            <a:ext cx="3422600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247900"/>
            <a:ext cx="34226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47900"/>
            <a:ext cx="34226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19716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525" y="19716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125" y="19716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71550" y="2733675"/>
            <a:ext cx="2773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Coleta e Importação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71550" y="3257550"/>
            <a:ext cx="26415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bibliotecas Python poderosas para realizar a extração bruta das bases disponibilizadas pelo governo, superando barreiras de formato e tamanho.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75150" y="2733675"/>
            <a:ext cx="2773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Cleaning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775150" y="3257550"/>
            <a:ext cx="26415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Tratamento inteligente de valores nulos (NaN), tipagem correta de múltiplas variáveis, padronização de textos e remoção estratégica de anomalias.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578750" y="2733675"/>
            <a:ext cx="2773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Geração de Insights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578750" y="3257550"/>
            <a:ext cx="26415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Aplicação de Estatística Descritiva focada para agrupar, somar e encontrar padrões reveladores sobre o destino real dos repasses financeiros.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Como transformei os dados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193827"/>
            <a:ext cx="85725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595437" y="797272"/>
            <a:ext cx="900112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Pronto para gerar impacto.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809750" y="2768947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união exata da lógica robusta da programação com a clareza da comunicação humana. Estou preparado para meu próximo desafio.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2867025" y="4679602"/>
            <a:ext cx="308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pedroperry0@gmail.com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810375" y="4679602"/>
            <a:ext cx="308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 (61) 99500-0019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867025" y="5270152"/>
            <a:ext cx="308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 linkedin.com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810375" y="5270152"/>
            <a:ext cx="308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 github.com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95525" y="467960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8875" y="467960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95525" y="527015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75" y="5270152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